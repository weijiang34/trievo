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R runs (20)" id="{55D22A18-1EDA-4EC6-A297-EAB131E80349}">
          <p14:sldIdLst>
            <p14:sldId id="256"/>
          </p14:sldIdLst>
        </p14:section>
        <p14:section name="Scaling (15)" id="{6902ABA5-ACCD-447E-BFDA-F1E8D76B0661}">
          <p14:sldIdLst>
            <p14:sldId id="2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78FACB-1B8A-4725-B693-B44BE2387A9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2E7EBD-30A4-4F2E-BF32-134DD2CF4E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41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小</a:t>
            </a:r>
            <a:r>
              <a:rPr lang="en-US" altLang="zh-CN" dirty="0"/>
              <a:t>LR</a:t>
            </a:r>
            <a:r>
              <a:rPr lang="zh-CN" altLang="en-US" dirty="0"/>
              <a:t>训练更稳定，且更容易逼近极限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2E7EBD-30A4-4F2E-BF32-134DD2CF4E4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950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6E02A-38EE-983F-59CA-9D852B20A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4262A5-9D0F-42F3-96C4-56376836EB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63F8D2-F353-EEE7-35B9-1F9F160FE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BA88A-66FF-4EA3-B1F6-D13F7882852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106E9E-A32A-B1EC-BD26-F8F638710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F98C53-1C58-8D3C-8475-156B1449C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37DB9-8B99-45D4-858D-FCCF7FF8A0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718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6AD8FF-C44C-5003-3898-ACAFB124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90F4CE-2DAB-BA29-1C07-55D9ECDF9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F50CF7-CEA9-817A-E18F-ED79BFDDE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BA88A-66FF-4EA3-B1F6-D13F7882852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5A60A9-F122-6C59-3100-1887EBFAE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2E332B-4C75-BDD3-0723-9897BCF3A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37DB9-8B99-45D4-858D-FCCF7FF8A0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765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726994-5BF8-75E2-C0FF-800C48FEF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5516EF-FCE6-C706-E889-5576273FD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4923DD-E0AE-6E61-470F-74695E4D8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BA88A-66FF-4EA3-B1F6-D13F7882852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22FC5D-7511-8F37-F7CC-81DC65567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BA412F-FF3B-B614-1458-069D407B6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37DB9-8B99-45D4-858D-FCCF7FF8A0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271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78DE59-3119-3690-889A-8E51096A0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509A4E-0F63-FFC3-3BAC-FC6C857674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91E808-D620-716C-8660-851294326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DA3CAB-7950-246F-B3AE-283934F7C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BA88A-66FF-4EA3-B1F6-D13F7882852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F5C14A-307D-795A-0BE2-47CF98F46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6FB0C8-6F0F-53C4-E42E-1A6C1DBF6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37DB9-8B99-45D4-858D-FCCF7FF8A0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424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A01500-9A58-FF26-76EB-3DA06485C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3DAB62-B209-93B4-CC3B-4F02ECABA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8431A5-3226-9FC1-5B3E-E45B01135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F560B10-4C5A-59E1-9D7A-5AB22EEE3D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EB064B-AB90-C736-8B05-CE9E3F70D9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FB2FCAA-065D-33C7-432F-C0D9450C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BA88A-66FF-4EA3-B1F6-D13F7882852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47D184-93A9-CF0E-99A0-A3ADE016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B208D82-FCDB-4B92-7B26-CEAEEC170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37DB9-8B99-45D4-858D-FCCF7FF8A0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028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13B67-AD09-0710-D273-5279B3CD6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B6721C-1693-02D9-08E7-C7775D433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BA88A-66FF-4EA3-B1F6-D13F7882852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3FFF65-A5C0-F2AB-44FE-6BE9087F1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3A115F-3A2B-7A16-EF74-F8C376CAA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37DB9-8B99-45D4-858D-FCCF7FF8A0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150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073DD6-3ECF-B09E-5BF9-58CE908DC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BA88A-66FF-4EA3-B1F6-D13F7882852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72B6921-95E0-3964-FB8A-0316A5249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BC08CA-F5A6-D0A6-0DF0-956E1BECD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37DB9-8B99-45D4-858D-FCCF7FF8A0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557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AA7965-F163-1628-B6CD-541DF4EAF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FC820F-03D0-950C-AAC4-DD36B21C7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4A2AE6-201A-510E-DF87-9EADC20D0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D11F0F-E960-BC49-38A1-FB70D245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BA88A-66FF-4EA3-B1F6-D13F7882852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59A3D1-D69B-7EB8-DDCF-2AB8573B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ED2F86-088B-63B3-860B-391AB5B4F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37DB9-8B99-45D4-858D-FCCF7FF8A0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516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3AE11C-ABFD-97D3-D7A1-F1EEBF6E8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AB991AE-C88E-25E6-1DDE-992240544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58D8A9-971A-F1C2-642D-0F7E5B7A5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ABAE21-465A-E254-8CDA-F46D39EC4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BA88A-66FF-4EA3-B1F6-D13F7882852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1A092A-2B28-25BF-6A26-17184045A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B71608-FDCA-8121-E472-E22E2CFBE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37DB9-8B99-45D4-858D-FCCF7FF8A0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861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47F04F-06A5-15BF-41AB-170FE9C8E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4EFF24-6702-31A3-B2C4-3361984D3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394045-D350-1E18-57CB-C5AEDA994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BA88A-66FF-4EA3-B1F6-D13F7882852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F20EBD-80F7-8DFF-4C73-CAF061B7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22D38A-BD21-7E7D-305C-4EAE04758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37DB9-8B99-45D4-858D-FCCF7FF8A0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018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BE3096-74D8-DCFC-ABA6-6B80FBD8EB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2122CC-EAA1-CF70-EFDE-9A4B06CC1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8153E5-AB5D-5684-5260-96FBD018E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BA88A-66FF-4EA3-B1F6-D13F7882852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F2D6D0-25B4-969C-A262-6A115443F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186E14-5BF4-3794-464E-19B96D1B8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37DB9-8B99-45D4-858D-FCCF7FF8A0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115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37C83BE-0734-7C03-FC22-95035D950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290340-3AE9-C799-4657-F1A9401D8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8215DC-F88A-C69A-C31D-339DCC6E1C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8BA88A-66FF-4EA3-B1F6-D13F7882852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AAA283-2D42-0FB8-FDD1-619C2085E0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259D21-B724-3F0E-8168-9713849D6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37DB9-8B99-45D4-858D-FCCF7FF8A0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687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96F5A2F-1EE0-9EFD-5AC6-8082C6FB7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140" y="324679"/>
            <a:ext cx="3713719" cy="2743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56E5B4C-EBC6-7F72-3D6A-351398173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49" y="3551584"/>
            <a:ext cx="3742509" cy="2743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7198B29-5B9C-0CE5-675A-8DA285F676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591" y="3551584"/>
            <a:ext cx="3685113" cy="27432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51FAE4C-249E-46A5-ECE0-3AD52E561E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0437" y="3551584"/>
            <a:ext cx="3711970" cy="27432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4CBEFC9-C841-2CE7-8CC9-69D147C96F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349" y="324679"/>
            <a:ext cx="3707027" cy="27432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39A32DD-3D75-BC32-4B87-878E857D4983}"/>
              </a:ext>
            </a:extLst>
          </p:cNvPr>
          <p:cNvSpPr txBox="1"/>
          <p:nvPr/>
        </p:nvSpPr>
        <p:spPr>
          <a:xfrm>
            <a:off x="8700052" y="324679"/>
            <a:ext cx="2557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LR: 1e-5 – 3e-4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79574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73E86AF-E092-E039-1082-8E0DAA1AB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83" y="297475"/>
            <a:ext cx="3610499" cy="2743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99751B6-35F9-2F8F-9988-1C38B8436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030" y="297475"/>
            <a:ext cx="3505990" cy="2743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62E79F1-67C7-F925-86D8-21A58687C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195" y="3694043"/>
            <a:ext cx="3594369" cy="27432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71A3D09-E97F-EA60-6DEC-8529716CB4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3157" y="3631095"/>
            <a:ext cx="3518863" cy="27432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A9EAE39-2938-A8F6-C48A-56C73BF1FD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2702" y="3694043"/>
            <a:ext cx="3510727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595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22</Words>
  <Application>Microsoft Office PowerPoint</Application>
  <PresentationFormat>宽屏</PresentationFormat>
  <Paragraphs>3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JIANG Wei</dc:creator>
  <cp:lastModifiedBy>JIANG Wei</cp:lastModifiedBy>
  <cp:revision>3</cp:revision>
  <dcterms:created xsi:type="dcterms:W3CDTF">2026-09-28T07:15:34Z</dcterms:created>
  <dcterms:modified xsi:type="dcterms:W3CDTF">2026-09-28T07:56:20Z</dcterms:modified>
</cp:coreProperties>
</file>